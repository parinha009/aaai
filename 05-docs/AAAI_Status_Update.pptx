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We're building AAAI. Today is a progress checkpoint: what's done, what we're building now, and the plan to finish.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Screening the top of the funnel is where recruiters lose the most time and where scoring is least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candidate clicks a link and speaks. Everything after is automated.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digital assembly line. Fixed timers also discourage cheating.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laptops can't run large models; OpenAI is our hosted brain.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commit to one complete end-to-end path. The cut list protects the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Phase 2. Build start slipped ~2 weeks (see risks). Key checkpoint: Week 6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picture. Requirements and contract done; rubric and test data this week; backend and AI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froze the data shapes first — three people building at once instead of colliding.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to the frontend walkthrough — your existing Canva slides go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about the slip: ~2 weeks lost. Response: smaller tasks + parallel lanes via the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of us, each owning a lane, all building against the shared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foundation done and version-controlled; clear path to an end-to-end demo by Week 6.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457200"/>
            <a:ext cx="2468880" cy="2468880"/>
          </a:xfrm>
          <a:prstGeom prst="ellipse">
            <a:avLst/>
          </a:prstGeom>
          <a:solidFill>
            <a:srgbClr val="2BC4A8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B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 ·  PROGRESS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Asynchronous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Interviewer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58368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voice-based, AI-graded interview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5074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</a:t>
            </a:r>
            <a:pPr indent="0" marL="0">
              <a:buNone/>
            </a:pPr>
            <a:r>
              <a:rPr lang="en-US" sz="1200" dirty="0">
                <a:solidFill>
                  <a:srgbClr val="AE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Lead: Thaing Parinha   ·   Frontend: Soeng Senghorng   ·   Backend: Lim Hokan   ·   AI/Infra: Uy Sovannareach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capstone   ·   22 July 2026   ·   Week 4 of 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First-round interviews don't scale.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6888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374904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live calls for many candidates is slow and costly.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214884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246888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8576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08576" y="374904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scoring drifts between interviewers and across a long day.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214884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3336" y="246888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8403336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75904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75904" y="374904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screening is easy to bias and hard to audit later.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gets the same structured interview — scored the same way, with no scheduler.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21305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Speak, asynchronously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5146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clicks an email link and answers by voice — no live human, no scheduling.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63824"/>
            <a:ext cx="658368" cy="658368"/>
          </a:xfrm>
          <a:prstGeom prst="ellipse">
            <a:avLst/>
          </a:prstGeom>
          <a:solidFill>
            <a:srgbClr val="2BC4A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638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09981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Transcribe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48386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turns every spoken answer into text.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330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0690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up &amp; score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45312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asks one contextual follow-up, then scores four traits (1–5).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02352"/>
            <a:ext cx="658368" cy="658368"/>
          </a:xfrm>
          <a:prstGeom prst="ellipse">
            <a:avLst/>
          </a:prstGeom>
          <a:solidFill>
            <a:srgbClr val="2BC4A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023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503834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42239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recruiter sees a ranked leaderboard with transcripts, scores, and audio.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the interview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743200"/>
            <a:ext cx="1389888" cy="13716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link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920240" y="2743200"/>
            <a:ext cx="237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39696" y="2743200"/>
            <a:ext cx="1389888" cy="13716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2139696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11296" y="2743200"/>
            <a:ext cx="237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30752" y="2743200"/>
            <a:ext cx="1389888" cy="13716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3730752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02352" y="2743200"/>
            <a:ext cx="237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21808" y="2743200"/>
            <a:ext cx="1389888" cy="13716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5321808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(Whisper)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93408" y="2743200"/>
            <a:ext cx="237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912864" y="2743200"/>
            <a:ext cx="1389888" cy="13716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912864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84464" y="2743200"/>
            <a:ext cx="237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503920" y="2743200"/>
            <a:ext cx="1389888" cy="13716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(GPT-4o-mini)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875520" y="2743200"/>
            <a:ext cx="237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094976" y="2743200"/>
            <a:ext cx="1389888" cy="13716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94976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straight path from invitation to a scored, reviewable record.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Messenger vs. Brain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3703320"/>
          </a:xfrm>
          <a:prstGeom prst="roundRect">
            <a:avLst>
              <a:gd name="adj" fmla="val 2469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28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MESSENGER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— screens &amp; timers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the server &amp; API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stores everything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9632" y="1554480"/>
            <a:ext cx="5440680" cy="3703320"/>
          </a:xfrm>
          <a:prstGeom prst="roundRect">
            <a:avLst>
              <a:gd name="adj" fmla="val 2469"/>
            </a:avLst>
          </a:prstGeom>
          <a:solidFill>
            <a:srgbClr val="0E2E3B"/>
          </a:solidFill>
          <a:ln/>
        </p:spPr>
      </p:sp>
      <p:sp>
        <p:nvSpPr>
          <p:cNvPr id="7" name="Text 5"/>
          <p:cNvSpPr/>
          <p:nvPr/>
        </p:nvSpPr>
        <p:spPr>
          <a:xfrm>
            <a:off x="6519672" y="1828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C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cloud 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19672" y="283464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— speech-to-text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— follow-up + scoring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reasoning &amp; judgement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orchestrate; the cloud AI does the heavy thinking — so our limited hours go to the product.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one complete path, done well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1F9E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 —  the vertical slice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data-privacy acknowledgment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voice recording (browser mic)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transcription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dynamic AI follow-up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4-trait scoring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signals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leaderboard &amp; review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5B6B72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41732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LIST  —  out of scope, on purpose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synchronous video interviews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or emotion tracking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ML model training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company accounts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ATS integrations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11-week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6517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077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336499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4251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74136" y="26517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0E7C86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9856" y="29077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C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11296" y="336499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the 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19856" y="4251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28416" y="504748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We are here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26517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29077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36792" y="336499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+ anti-cheat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45352" y="4251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6–8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53912" y="504748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6: walking-skeleton gate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25128" y="26517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0848" y="29077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62288" y="336499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+ deploy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70848" y="4251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79408" y="504748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07 Sep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9584" cy="548640"/>
          </a:xfrm>
          <a:prstGeom prst="roundRect">
            <a:avLst>
              <a:gd name="adj" fmla="val 13333"/>
            </a:avLst>
          </a:prstGeom>
          <a:solidFill>
            <a:srgbClr val="1F9E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529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9584" cy="3977640"/>
          </a:xfrm>
          <a:prstGeom prst="roundRect">
            <a:avLst>
              <a:gd name="adj" fmla="val 2073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(requirements)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v1 + 26 fixtures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+ version control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(01–05)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scaffold started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1371600"/>
            <a:ext cx="3529584" cy="548640"/>
          </a:xfrm>
          <a:prstGeom prst="roundRect">
            <a:avLst>
              <a:gd name="adj" fmla="val 13333"/>
            </a:avLst>
          </a:prstGeom>
          <a:solidFill>
            <a:srgbClr val="E39A2B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371600"/>
            <a:ext cx="3529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15968" y="2057400"/>
            <a:ext cx="3529584" cy="3977640"/>
          </a:xfrm>
          <a:prstGeom prst="roundRect">
            <a:avLst>
              <a:gd name="adj" fmla="val 2073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228600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 (4 traits × 1–5)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base questions + seed test Job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candidate screens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(aligning to the contract)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1371600"/>
            <a:ext cx="3529584" cy="548640"/>
          </a:xfrm>
          <a:prstGeom prst="roundRect">
            <a:avLst>
              <a:gd name="adj" fmla="val 13333"/>
            </a:avLst>
          </a:prstGeom>
          <a:solidFill>
            <a:srgbClr val="3E6C8E"/>
          </a:solidFill>
          <a:ln/>
        </p:spPr>
      </p:sp>
      <p:sp>
        <p:nvSpPr>
          <p:cNvPr id="12" name="Text 10"/>
          <p:cNvSpPr/>
          <p:nvPr/>
        </p:nvSpPr>
        <p:spPr>
          <a:xfrm>
            <a:off x="8083296" y="1371600"/>
            <a:ext cx="3529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83296" y="2057400"/>
            <a:ext cx="3529584" cy="3977640"/>
          </a:xfrm>
          <a:prstGeom prst="roundRect">
            <a:avLst>
              <a:gd name="adj" fmla="val 2073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228600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 + PostgreSQL)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(Whisper + GPT-4o-mini)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Walking-skeleton integration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(clipboard, tab-out)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dashboard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foundation: a frozen API contract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wrote the full API/data contract and mock data before writing feature code.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frontend, backend, and AI build in parallel against the same agreed shapes — nobody waits on anyone.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builds on realistic mock data today; when the backend is ready, the pieces fit.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1600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0E2E3B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783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C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72600" y="160020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72600" y="1783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3726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356616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858000" y="4709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fixtures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72600" y="356616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0E2E3B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C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372600" y="4709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preview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554480"/>
            <a:ext cx="9784080" cy="3749040"/>
          </a:xfrm>
          <a:prstGeom prst="roundRect">
            <a:avLst>
              <a:gd name="adj" fmla="val 2439"/>
            </a:avLst>
          </a:prstGeom>
          <a:solidFill>
            <a:srgbClr val="EDF3F4"/>
          </a:solidFill>
          <a:ln w="22225">
            <a:solidFill>
              <a:srgbClr val="0E7C8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371600" y="26517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Insert your finished frontend slides here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34290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screens:  consent  →  question + timer  →  processing  →  done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how we're handling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41832"/>
          </a:xfrm>
          <a:prstGeom prst="roundRect">
            <a:avLst>
              <a:gd name="adj" fmla="val 6796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46504"/>
            <a:ext cx="274320" cy="274320"/>
          </a:xfrm>
          <a:prstGeom prst="ellipse">
            <a:avLst/>
          </a:prstGeom>
          <a:solidFill>
            <a:srgbClr val="E39A2B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417320"/>
            <a:ext cx="356616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slipped ~2 weeks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37760" y="1417320"/>
            <a:ext cx="6446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Restarted with small first-domino tasks; the contract lets all three lanes build in parallel to recover.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64240" cy="941832"/>
          </a:xfrm>
          <a:prstGeom prst="roundRect">
            <a:avLst>
              <a:gd name="adj" fmla="val 6796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43784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514600"/>
            <a:ext cx="356616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AI slow or failing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6446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processing wrappers + graceful degradation + manual-review fallback.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64240" cy="941832"/>
          </a:xfrm>
          <a:prstGeom prst="roundRect">
            <a:avLst>
              <a:gd name="adj" fmla="val 6796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941064"/>
            <a:ext cx="274320" cy="274320"/>
          </a:xfrm>
          <a:prstGeom prst="ellipse">
            <a:avLst/>
          </a:prstGeom>
          <a:solidFill>
            <a:srgbClr val="1F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611880"/>
            <a:ext cx="356616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Runaway API cost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3611880"/>
            <a:ext cx="6446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$10 / month budget cap — enforced in our code AND on the provider side.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64240" cy="941832"/>
          </a:xfrm>
          <a:prstGeom prst="roundRect">
            <a:avLst>
              <a:gd name="adj" fmla="val 6796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038344"/>
            <a:ext cx="274320" cy="274320"/>
          </a:xfrm>
          <a:prstGeom prst="ellipse">
            <a:avLst/>
          </a:prstGeom>
          <a:solidFill>
            <a:srgbClr val="3E6C8E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709160"/>
            <a:ext cx="356616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creep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4709160"/>
            <a:ext cx="6446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contract + explicit cut list keep the target fixed.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89888" y="196596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1389888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Thaing Parinha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API contract, rubric, prompts, QA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46704" y="16002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7952" y="1965960"/>
            <a:ext cx="914400" cy="914400"/>
          </a:xfrm>
          <a:prstGeom prst="ellipse">
            <a:avLst/>
          </a:prstGeom>
          <a:solidFill>
            <a:srgbClr val="2BC4A8"/>
          </a:solidFill>
          <a:ln/>
        </p:spPr>
      </p:sp>
      <p:sp>
        <p:nvSpPr>
          <p:cNvPr id="11" name="Text 9"/>
          <p:cNvSpPr/>
          <p:nvPr/>
        </p:nvSpPr>
        <p:spPr>
          <a:xfrm>
            <a:off x="4187952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38144" y="30632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Soeng Senghorng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38144" y="3611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75304" y="40690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candidate &amp; recruiter screens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44768" y="16002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86016" y="1965960"/>
            <a:ext cx="914400" cy="914400"/>
          </a:xfrm>
          <a:prstGeom prst="ellipse">
            <a:avLst/>
          </a:prstGeom>
          <a:solidFill>
            <a:srgbClr val="3E6C8E"/>
          </a:solidFill>
          <a:ln/>
        </p:spPr>
      </p:sp>
      <p:sp>
        <p:nvSpPr>
          <p:cNvPr id="17" name="Text 15"/>
          <p:cNvSpPr/>
          <p:nvPr/>
        </p:nvSpPr>
        <p:spPr>
          <a:xfrm>
            <a:off x="6986016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36208" y="30632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 Hokan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36208" y="3611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3368" y="40690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PostgreSQL, API routes &amp; schema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42832" y="16002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EDF3F4"/>
          </a:solidFill>
          <a:ln w="12700">
            <a:solidFill>
              <a:srgbClr val="D5E0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1965960"/>
            <a:ext cx="914400" cy="914400"/>
          </a:xfrm>
          <a:prstGeom prst="ellipse">
            <a:avLst/>
          </a:prstGeom>
          <a:solidFill>
            <a:srgbClr val="E39A2B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034272" y="30632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Sovannareach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34272" y="3611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Infra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71432" y="40690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integration, hosting, cost guards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4023360" cy="4023360"/>
          </a:xfrm>
          <a:prstGeom prst="ellipse">
            <a:avLst/>
          </a:prstGeom>
          <a:solidFill>
            <a:srgbClr val="0E7C8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go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658368" cy="658368"/>
          </a:xfrm>
          <a:prstGeom prst="ellipse">
            <a:avLst/>
          </a:prstGeom>
          <a:solidFill>
            <a:srgbClr val="2BC4A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C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13055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scoring rubric and seed a test Job with sample audio clips.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07208"/>
            <a:ext cx="658368" cy="658368"/>
          </a:xfrm>
          <a:prstGeom prst="ellipse">
            <a:avLst/>
          </a:prstGeom>
          <a:solidFill>
            <a:srgbClr val="2BC4A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072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276148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C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315468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backend and AI lanes — first real transcription and score.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831336"/>
            <a:ext cx="658368" cy="658368"/>
          </a:xfrm>
          <a:prstGeom prst="ellipse">
            <a:avLst/>
          </a:prstGeom>
          <a:solidFill>
            <a:srgbClr val="2BC4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313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78561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C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Week 6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4178808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walking skeleton runs end to end (magic-link → score).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in place. Now we build the slice.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C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AAAI — Status Update</dc:title>
  <dc:subject>PptxGenJS Presentation</dc:subject>
  <dc:creator>AAAI Team 1</dc:creator>
  <cp:lastModifiedBy>AAAI Team 1</cp:lastModifiedBy>
  <cp:revision>1</cp:revision>
  <dcterms:created xsi:type="dcterms:W3CDTF">2026-07-27T14:20:56Z</dcterms:created>
  <dcterms:modified xsi:type="dcterms:W3CDTF">2026-07-27T14:20:56Z</dcterms:modified>
</cp:coreProperties>
</file>